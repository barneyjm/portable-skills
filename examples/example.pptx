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="1"/>
              <a:t>Portable Skills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/>
              <a:t>Zero-dependency tools for AI agents</a:t>
            </a:r>
          </a:p>
          <a:p>
            <a:r>
              <a:rPr lang="en-US" sz="2400"/>
              <a:t>Built with pure 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="1"/>
              <a:t>Available Skills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/>
              <a:t>- ps-image: Resize, convert, metadata</a:t>
            </a:r>
          </a:p>
          <a:p>
            <a:r>
              <a:rPr lang="en-US" sz="2400"/>
              <a:t>- ps-hash: Checksums (MD5, SHA256, etc.)</a:t>
            </a:r>
          </a:p>
          <a:p>
            <a:r>
              <a:rPr lang="en-US" sz="2400"/>
              <a:t>- ps-qr: QR code generation</a:t>
            </a:r>
          </a:p>
          <a:p>
            <a:r>
              <a:rPr lang="en-US" sz="2400"/>
              <a:t>- ps-archive: Zip/unzip files</a:t>
            </a:r>
          </a:p>
          <a:p>
            <a:r>
              <a:rPr lang="en-US" sz="2400"/>
              <a:t>- ps-audio: Audio metadata</a:t>
            </a:r>
          </a:p>
          <a:p>
            <a:r>
              <a:rPr lang="en-US" sz="2400"/>
              <a:t>- ps-pdf: PDF text extraction</a:t>
            </a:r>
          </a:p>
          <a:p>
            <a:r>
              <a:rPr lang="en-US" sz="2400"/>
              <a:t>- ps-pptx: PowerPoint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="1"/>
              <a:t>Getting Started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/>
              <a:t>Install: npm install -g portable-skills</a:t>
            </a:r>
          </a:p>
          <a:p>
            <a:r>
              <a:rPr lang="en-US" sz="2400"/>
              <a:t>Then run: ps-&amp;lt;skill&amp;gt; install-skill</a:t>
            </a:r>
          </a:p>
          <a:p>
            <a:r>
              <a:rPr lang="en-US" sz="2400"/>
              <a:t>Use /skill in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ps-pptx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Portable Skills Demo</dc:title>
  <dc:creator>ps-pptx</dc:creator>
  <dc:subject/>
</cp:coreProperties>
</file>